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3716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Spam Filter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Calibri"/>
              </a:rPr>
              <a:t>An ML pipeline that classifies email as spam or ham with 98%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B82F6"/>
                </a:solidFill>
                <a:latin typeface="Calibri"/>
              </a:rPr>
              <a:t>Spam Filter AI  ·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Spam emails waste time, carry phishing links, and clog inboxes.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Rule-based filters (keyword lists) miss new spam variants.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Goal: build a learning-based classifier that adapts to real email language.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Constraint: must run locally on a CPU — no cloud, no GPU.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Train a binary classifier (spam vs ham) on real-world email data.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Use TF-IDF features + a linear classifier — fast, interpretable, accurate.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Deploy through a simple desktop GUI for live testing.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Final model: 98.15% accuracy on a 16k held-out test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B82F6"/>
                </a:solidFill>
                <a:latin typeface="Calibri"/>
              </a:rPr>
              <a:t>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Python 3.12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scikit-learn (TF-IDF, LogisticRegression)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pandas, numpy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joblib for model persistence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B82F6"/>
                </a:solidFill>
                <a:latin typeface="Calibri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Tkinter desktop GUI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Custom dark theme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Real-time prediction with confidence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All processing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Initial Version: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Trained on only ~5,000 emails — too small for robust learning.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Used Multinomial Naive Bayes — simple but weak on diverse text.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Vocabulary too narrow: model failed on real-world emails.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Decision: scale dataset 17× and upgrade the classifier.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Scaling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Sourced two large public corpora to reach ~85,000 emails.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Enron Email Dataset: 517k corporate emails (sampled 23k for ham diversity).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Kaggle 'combined_data.csv': 83k labeled spam/ham emails.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Custom scripts: sample_enron.py and build_dataset.py.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Result: emails_large.csv with 80,679 balanced rows (51% ham, 49% spam).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B82F6"/>
                </a:solidFill>
                <a:latin typeface="Calibri"/>
              </a:rPr>
              <a:t>Sampling &amp;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Random reservoir sampling from Enron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Header/body parsing of raw RFC822 emails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Drop blanks, duplicates (key on first 500 chars)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Stratified train/test split (80/20)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B82F6"/>
                </a:solidFill>
                <a:latin typeface="Calibri"/>
              </a:rPr>
              <a:t>Text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Lowercase, strip HTML tags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Replace URLs → 'url', numbers → 'num'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Remove punctuation, collapse whitespace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Same cleaner used at train + inference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Feature Extraction: TF-IDF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TF-IDF = Term Frequency × Inverse Document Frequency.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Captures how distinctive a word is to a specific email.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Configuration: 50,000 features, unigrams + bigrams, min_df=2.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Sublinear TF scaling to dampen common-word effects.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Stop words removed (English).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Why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Tried Multinomial Naive Bayes → fast but lower accuracy.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Considered LinearSVC → highest accuracy but no probabilities.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Chose Logistic Regression → near-best accuracy AND probabilistic output.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Probability output enables a confidence bar in the GUI.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Trains in ~1 minute on 64k samples × 50k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C55E"/>
                </a:solidFill>
                <a:latin typeface="Calibri"/>
              </a:rPr>
              <a:t>98.15%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0116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2C55E"/>
                </a:solidFill>
                <a:latin typeface="Calibri"/>
              </a:rPr>
              <a:t>98.10%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F1 Score (Spam)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B82F6"/>
                </a:solidFill>
                <a:latin typeface="Calibri"/>
              </a:rPr>
              <a:t>98.50%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Spam Recall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0" y="2011680"/>
            <a:ext cx="2743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3B82F6"/>
                </a:solidFill>
                <a:latin typeface="Calibri"/>
              </a:rPr>
              <a:t>98.56%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91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Ham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Confusion Matrix (test set: 16,130 emails)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94A3B8"/>
                </a:solidFill>
                <a:latin typeface="Calibri"/>
              </a:rPr>
              <a:t>• True Ham  → 8095 correct,  181 misclassified as spam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94A3B8"/>
                </a:solidFill>
                <a:latin typeface="Calibri"/>
              </a:rPr>
              <a:t>• True Spam → 7736 correct,  118 misclassified as ham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Desktop GUI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Built with Tkinter — runs locally with no extra dependencies.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Modern dark theme (slate + blue palette) for a clean look.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Paste any email → click Check → see spam/ham + probability bar.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Same preprocessing pipeline as training — predictions stay consistent.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Color-coded result: green for legitimate, red for spam.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src/sample_enron.py — extract 50k ham emails from Enron CSV.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src/build_dataset.py — merge sources into balanced emails_large.csv.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src/train_large.py — TF-IDF + LogisticRegression training pipeline.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src/gui.py — Tkinter desktop application.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spam_detector_model.pkl + tfidf_vectorizer.pkl — saved artifacts.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Challenges &amp;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Bug: line-counting an RFC822 CSV gave 33M rows instead of 517k. Fix: parse rows.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Bug: train/predict preprocessing mismatch caused everything to label as 'ham'.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Lesson: feature pipeline MUST be identical at train and inference time.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Lesson: class balance matters more than raw dataset size.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Add TREC 2007 corpus → push dataset to 130k+ emails.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Character-level n-grams to catch obfuscated spam (e.g. 'v1@gra').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Add phishing-specific corpus (Nazario) for security-focused detection.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Probability calibration for more reliable confidence scores.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Wrap as a browser extension or email-client plugin.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Built an end-to-end ML email classifier from scratch.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Scaled training data from 5k → 80k emails (16× larger).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Achieved 98.15% accuracy with a balanced precision/recall profile.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Shipped a working desktop GUI with real-time confidence display.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• Open to extension: pipeline supports more data and models cleanly.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B82F6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